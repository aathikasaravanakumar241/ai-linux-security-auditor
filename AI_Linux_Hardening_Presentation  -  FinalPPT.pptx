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77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166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8816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0.png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2E4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77724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965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kern="0" spc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57200" y="2560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Hardening Assistant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Security Auditing · AI-Driven Analysis · Instant Remediation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325880" y="393192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E3A52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25880" y="39319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51760" y="393192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E3A52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51760" y="39319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977640" y="393192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E3A52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77640" y="39319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303520" y="393192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E3A52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3520" y="39319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629400" y="3931920"/>
            <a:ext cx="1188720" cy="347472"/>
          </a:xfrm>
          <a:prstGeom prst="roundRect">
            <a:avLst>
              <a:gd name="adj" fmla="val 13158"/>
            </a:avLst>
          </a:prstGeom>
          <a:solidFill>
            <a:srgbClr val="1E3A52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29400" y="393192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Interview Presentation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Traditional Linux Security Auditing Fails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2743200" cy="256032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087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508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214884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bash scripts, one server at a time via SSH — audits take hours or days.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246120" y="1325880"/>
            <a:ext cx="2743200" cy="256032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50876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23360" y="1508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Error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383280" y="214884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misconfigurations buried in large log files are easy to miss.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172200" y="1325880"/>
            <a:ext cx="2743200" cy="256032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50876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49440" y="1508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309360" y="214884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something is broken provides no path to a fix — remediation requires separate research.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320040" y="4023360"/>
            <a:ext cx="8503920" cy="77724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16052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51560" y="4069080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Benchmarks define hundreds of security rules for Linux servers. Manual compliance verification is unsustainable at scale.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the Linux Hardening Assistant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1965960" cy="301752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325880"/>
            <a:ext cx="594360" cy="594360"/>
          </a:xfrm>
          <a:prstGeom prst="line">
            <a:avLst/>
          </a:prstGeom>
          <a:solidFill>
            <a:srgbClr val="0077A8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" y="202996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6517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3090672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SSH credentials for any Linux server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377440" y="2715768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60320" y="1234440"/>
            <a:ext cx="1965960" cy="301752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325880"/>
            <a:ext cx="594360" cy="594360"/>
          </a:xfrm>
          <a:prstGeom prst="line">
            <a:avLst/>
          </a:prstGeom>
          <a:solidFill>
            <a:srgbClr val="0077A8"/>
          </a:solidFill>
          <a:ln/>
        </p:spPr>
      </p:sp>
      <p:sp>
        <p:nvSpPr>
          <p:cNvPr id="13" name="Text 10"/>
          <p:cNvSpPr/>
          <p:nvPr/>
        </p:nvSpPr>
        <p:spPr>
          <a:xfrm>
            <a:off x="324612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552" y="2029968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51760" y="26517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651760" y="3090672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CIS-aligned checks run automatically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26280" y="2715768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709160" y="1234440"/>
            <a:ext cx="1965960" cy="301752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394960" y="1325880"/>
            <a:ext cx="594360" cy="594360"/>
          </a:xfrm>
          <a:prstGeom prst="line">
            <a:avLst/>
          </a:prstGeom>
          <a:solidFill>
            <a:srgbClr val="0077A8"/>
          </a:solidFill>
          <a:ln/>
        </p:spPr>
      </p:sp>
      <p:sp>
        <p:nvSpPr>
          <p:cNvPr id="20" name="Text 16"/>
          <p:cNvSpPr/>
          <p:nvPr/>
        </p:nvSpPr>
        <p:spPr>
          <a:xfrm>
            <a:off x="539496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2392" y="2029968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800600" y="26517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4800600" y="3090672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AI classifies every finding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675120" y="2715768"/>
            <a:ext cx="1828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858000" y="1234440"/>
            <a:ext cx="1965960" cy="301752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543800" y="1325880"/>
            <a:ext cx="594360" cy="594360"/>
          </a:xfrm>
          <a:prstGeom prst="line">
            <a:avLst/>
          </a:prstGeom>
          <a:solidFill>
            <a:srgbClr val="0077A8"/>
          </a:solidFill>
          <a:ln/>
        </p:spPr>
      </p:sp>
      <p:sp>
        <p:nvSpPr>
          <p:cNvPr id="27" name="Text 22"/>
          <p:cNvSpPr/>
          <p:nvPr/>
        </p:nvSpPr>
        <p:spPr>
          <a:xfrm>
            <a:off x="7543800" y="13258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1232" y="2029968"/>
            <a:ext cx="502920" cy="5029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949440" y="265176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6949440" y="3090672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 severity + exact fix commands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411480" y="4370832"/>
            <a:ext cx="1965960" cy="621792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Text 26"/>
          <p:cNvSpPr/>
          <p:nvPr/>
        </p:nvSpPr>
        <p:spPr>
          <a:xfrm>
            <a:off x="411480" y="4389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33" name="Text 27"/>
          <p:cNvSpPr/>
          <p:nvPr/>
        </p:nvSpPr>
        <p:spPr>
          <a:xfrm>
            <a:off x="1325880" y="441655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Checks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2560320" y="4370832"/>
            <a:ext cx="1965960" cy="621792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5" name="Text 29"/>
          <p:cNvSpPr/>
          <p:nvPr/>
        </p:nvSpPr>
        <p:spPr>
          <a:xfrm>
            <a:off x="2560320" y="4389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36" name="Text 30"/>
          <p:cNvSpPr/>
          <p:nvPr/>
        </p:nvSpPr>
        <p:spPr>
          <a:xfrm>
            <a:off x="3474720" y="441655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Levels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4709160" y="4370832"/>
            <a:ext cx="1965960" cy="621792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8" name="Text 32"/>
          <p:cNvSpPr/>
          <p:nvPr/>
        </p:nvSpPr>
        <p:spPr>
          <a:xfrm>
            <a:off x="4709160" y="4389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39" name="Text 33"/>
          <p:cNvSpPr/>
          <p:nvPr/>
        </p:nvSpPr>
        <p:spPr>
          <a:xfrm>
            <a:off x="5623560" y="441655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6858000" y="4370832"/>
            <a:ext cx="1965960" cy="621792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1" name="Text 35"/>
          <p:cNvSpPr/>
          <p:nvPr/>
        </p:nvSpPr>
        <p:spPr>
          <a:xfrm>
            <a:off x="6858000" y="4389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&lt;3s</a:t>
            </a:r>
            <a:endParaRPr lang="en-US" sz="2200" dirty="0"/>
          </a:p>
        </p:txBody>
      </p:sp>
      <p:sp>
        <p:nvSpPr>
          <p:cNvPr id="42" name="Text 36"/>
          <p:cNvSpPr/>
          <p:nvPr/>
        </p:nvSpPr>
        <p:spPr>
          <a:xfrm>
            <a:off x="7772400" y="4416552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Speed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Three-Layer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61872"/>
            <a:ext cx="8503920" cy="1051560"/>
          </a:xfrm>
          <a:prstGeom prst="rect">
            <a:avLst/>
          </a:prstGeom>
          <a:solidFill>
            <a:srgbClr val="0077A8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36192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3350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97280" y="17190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+ Tailwind CSS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31920" y="1399032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for admins. 5 pages: Login, Dashboard, New Audit, Results, History.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2313432"/>
            <a:ext cx="0" cy="155448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0040" y="2468880"/>
            <a:ext cx="8503920" cy="1051560"/>
          </a:xfrm>
          <a:prstGeom prst="rect">
            <a:avLst/>
          </a:prstGeom>
          <a:solidFill>
            <a:srgbClr val="006B8F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7432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25420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Layer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097280" y="2926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 3.11)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931920" y="26060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engine. Coordinates SSH, AI analysis, and database storage via service layer.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434840" y="3520440"/>
            <a:ext cx="0" cy="155448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20040" y="3675888"/>
            <a:ext cx="8503920" cy="1051560"/>
          </a:xfrm>
          <a:prstGeom prst="rect">
            <a:avLst/>
          </a:prstGeom>
          <a:solidFill>
            <a:srgbClr val="005C7A"/>
          </a:solidFill>
          <a:ln/>
          <a:effectLst>
            <a:outerShdw blurRad="762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950208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97280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097280" y="41330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on Neon.tech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3931920" y="381304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all audit results and findings. Supports historical comparison across scans.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320040" y="4005072"/>
            <a:ext cx="4069080" cy="82296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11480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40690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AI  — gemini-2.0-flash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051560" y="4389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findings · Generates fix commands · Returns structured JSON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572000" y="4005072"/>
            <a:ext cx="4251960" cy="82296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411480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4069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— Vercel + Render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303520" y="43891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Vercel: CDN for React  |  Render: No-timeout backend  |  Neon: DB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UI — 5 Core Pages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303520" y="502920"/>
            <a:ext cx="3520440" cy="434340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0" y="502920"/>
            <a:ext cx="3520440" cy="41148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6" name="Text 4"/>
          <p:cNvSpPr/>
          <p:nvPr/>
        </p:nvSpPr>
        <p:spPr>
          <a:xfrm>
            <a:off x="5349240" y="52120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linux-security-auditor.vercel.app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303520" y="914400"/>
            <a:ext cx="822960" cy="3931920"/>
          </a:xfrm>
          <a:prstGeom prst="rect">
            <a:avLst/>
          </a:prstGeom>
          <a:solidFill>
            <a:srgbClr val="0A1520"/>
          </a:solidFill>
          <a:ln/>
        </p:spPr>
      </p:sp>
      <p:sp>
        <p:nvSpPr>
          <p:cNvPr id="8" name="Shape 6"/>
          <p:cNvSpPr/>
          <p:nvPr/>
        </p:nvSpPr>
        <p:spPr>
          <a:xfrm>
            <a:off x="5303520" y="914400"/>
            <a:ext cx="822960" cy="640080"/>
          </a:xfrm>
          <a:prstGeom prst="rect">
            <a:avLst/>
          </a:prstGeom>
          <a:solidFill>
            <a:srgbClr val="0077A8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9601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303520" y="16002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Audit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03520" y="22402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303520" y="28803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263640" y="960120"/>
            <a:ext cx="804672" cy="594360"/>
          </a:xfrm>
          <a:prstGeom prst="rect">
            <a:avLst/>
          </a:prstGeom>
          <a:solidFill>
            <a:srgbClr val="E63946"/>
          </a:solidFill>
          <a:ln/>
          <a:effectLst>
            <a:outerShdw blurRad="50800" dist="127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63640" y="98755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63640" y="126187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7132320" y="960120"/>
            <a:ext cx="804672" cy="594360"/>
          </a:xfrm>
          <a:prstGeom prst="rect">
            <a:avLst/>
          </a:prstGeom>
          <a:solidFill>
            <a:srgbClr val="F4A261"/>
          </a:solidFill>
          <a:ln/>
          <a:effectLst>
            <a:outerShdw blurRad="50800" dist="127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0" y="98755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132320" y="126187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8001000" y="960120"/>
            <a:ext cx="804672" cy="594360"/>
          </a:xfrm>
          <a:prstGeom prst="rect">
            <a:avLst/>
          </a:prstGeom>
          <a:solidFill>
            <a:srgbClr val="FFD166"/>
          </a:solidFill>
          <a:ln/>
          <a:effectLst>
            <a:outerShdw blurRad="50800" dist="127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01000" y="98755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001000" y="1261872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263640" y="16916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FINDINGS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263640" y="1993392"/>
            <a:ext cx="2514600" cy="54864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24" name="Shape 22"/>
          <p:cNvSpPr/>
          <p:nvPr/>
        </p:nvSpPr>
        <p:spPr>
          <a:xfrm>
            <a:off x="6263640" y="1993392"/>
            <a:ext cx="640080" cy="54864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20299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949440" y="202996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Root Login Enabled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63640" y="2615184"/>
            <a:ext cx="2514600" cy="54864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28" name="Shape 26"/>
          <p:cNvSpPr/>
          <p:nvPr/>
        </p:nvSpPr>
        <p:spPr>
          <a:xfrm>
            <a:off x="6263640" y="2615184"/>
            <a:ext cx="640080" cy="54864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2651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949440" y="26517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 Firewall Disabled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63640" y="3236976"/>
            <a:ext cx="2514600" cy="54864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32" name="Shape 30"/>
          <p:cNvSpPr/>
          <p:nvPr/>
        </p:nvSpPr>
        <p:spPr>
          <a:xfrm>
            <a:off x="6263640" y="3236976"/>
            <a:ext cx="640080" cy="5486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327355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6949440" y="3273552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Password Policy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1143000"/>
            <a:ext cx="4846320" cy="667512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43584"/>
            <a:ext cx="384048" cy="384048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960120" y="120700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DashboardPage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960120" y="150876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Overview: severity counts &amp; recent audits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20040" y="1901952"/>
            <a:ext cx="4846320" cy="667512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002536"/>
            <a:ext cx="384048" cy="384048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960120" y="1965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NewAuditPage</a:t>
            </a:r>
            <a:endParaRPr lang="en-US" sz="1300" dirty="0"/>
          </a:p>
        </p:txBody>
      </p:sp>
      <p:sp>
        <p:nvSpPr>
          <p:cNvPr id="42" name="Text 38"/>
          <p:cNvSpPr/>
          <p:nvPr/>
        </p:nvSpPr>
        <p:spPr>
          <a:xfrm>
            <a:off x="960120" y="226771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Form: server IP, port, SSH credentials</a:t>
            </a:r>
            <a:endParaRPr lang="en-US" sz="1100" dirty="0"/>
          </a:p>
        </p:txBody>
      </p:sp>
      <p:sp>
        <p:nvSpPr>
          <p:cNvPr id="43" name="Shape 39"/>
          <p:cNvSpPr/>
          <p:nvPr/>
        </p:nvSpPr>
        <p:spPr>
          <a:xfrm>
            <a:off x="320040" y="2660904"/>
            <a:ext cx="4846320" cy="667512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761488"/>
            <a:ext cx="384048" cy="384048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960120" y="272491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AuditResults</a:t>
            </a:r>
            <a:endParaRPr lang="en-US" sz="1300" dirty="0"/>
          </a:p>
        </p:txBody>
      </p:sp>
      <p:sp>
        <p:nvSpPr>
          <p:cNvPr id="46" name="Text 41"/>
          <p:cNvSpPr/>
          <p:nvPr/>
        </p:nvSpPr>
        <p:spPr>
          <a:xfrm>
            <a:off x="960120" y="302666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chart, findings, fix commands</a:t>
            </a:r>
            <a:endParaRPr lang="en-US" sz="1100" dirty="0"/>
          </a:p>
        </p:txBody>
      </p:sp>
      <p:sp>
        <p:nvSpPr>
          <p:cNvPr id="47" name="Shape 42"/>
          <p:cNvSpPr/>
          <p:nvPr/>
        </p:nvSpPr>
        <p:spPr>
          <a:xfrm>
            <a:off x="320040" y="3419856"/>
            <a:ext cx="4846320" cy="667512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4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520440"/>
            <a:ext cx="384048" cy="384048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960120" y="348386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AuditHistory</a:t>
            </a:r>
            <a:endParaRPr lang="en-US" sz="1300" dirty="0"/>
          </a:p>
        </p:txBody>
      </p:sp>
      <p:sp>
        <p:nvSpPr>
          <p:cNvPr id="50" name="Text 44"/>
          <p:cNvSpPr/>
          <p:nvPr/>
        </p:nvSpPr>
        <p:spPr>
          <a:xfrm>
            <a:off x="960120" y="378561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past scans for trend analysis</a:t>
            </a:r>
            <a:endParaRPr lang="en-US" sz="1100" dirty="0"/>
          </a:p>
        </p:txBody>
      </p:sp>
      <p:sp>
        <p:nvSpPr>
          <p:cNvPr id="51" name="Shape 45"/>
          <p:cNvSpPr/>
          <p:nvPr/>
        </p:nvSpPr>
        <p:spPr>
          <a:xfrm>
            <a:off x="320040" y="4178808"/>
            <a:ext cx="4846320" cy="667512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279392"/>
            <a:ext cx="384048" cy="384048"/>
          </a:xfrm>
          <a:prstGeom prst="rect">
            <a:avLst/>
          </a:prstGeom>
        </p:spPr>
      </p:pic>
      <p:sp>
        <p:nvSpPr>
          <p:cNvPr id="53" name="Text 46"/>
          <p:cNvSpPr/>
          <p:nvPr/>
        </p:nvSpPr>
        <p:spPr>
          <a:xfrm>
            <a:off x="960120" y="42428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LoginPage</a:t>
            </a:r>
            <a:endParaRPr lang="en-US" sz="1300" dirty="0"/>
          </a:p>
        </p:txBody>
      </p:sp>
      <p:sp>
        <p:nvSpPr>
          <p:cNvPr id="54" name="Text 47"/>
          <p:cNvSpPr/>
          <p:nvPr/>
        </p:nvSpPr>
        <p:spPr>
          <a:xfrm>
            <a:off x="960120" y="454456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access only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PERFORMANCE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57971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Optimized for Large Security Reports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61872"/>
            <a:ext cx="4069080" cy="164592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4475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9848" y="14447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Rendering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1975104"/>
            <a:ext cx="3703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terminal output hidden by default. Loads on-demand when user expands — prevents DOM overload on large logs.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663440" y="1261872"/>
            <a:ext cx="4069080" cy="164592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444752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13248" y="14447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Interceptors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892040" y="1975104"/>
            <a:ext cx="3703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responses with missing fields are automatically filled with safe defaults. App never crashes on partial data.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20040" y="3090672"/>
            <a:ext cx="4069080" cy="164592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273552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69848" y="32735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Batching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548640" y="3803904"/>
            <a:ext cx="3703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audit card updates are grouped into single React renders, maintaining 60fps scroll performance.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0672"/>
            <a:ext cx="4069080" cy="164592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273552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13248" y="32735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useAudit Hook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4892040" y="3803904"/>
            <a:ext cx="3703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reusable hook centralizes all API calls, loading states, and error handling in one composable function.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320040" y="4736592"/>
            <a:ext cx="8503920" cy="256032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457200" y="47365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System: Security-ops dark theme · Color = Severity (Red=Critical, Orange=High, Yellow=Medium, Blue=Low)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Service Layer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4069080" cy="283464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6187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594360" cy="29260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1907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" y="171907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/audit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24712" y="19933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security scan on server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432304"/>
            <a:ext cx="594360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432304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24712" y="24323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/audits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24712" y="27066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past audits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145536"/>
            <a:ext cx="594360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45536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24712" y="314553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/audit/{id}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24712" y="341985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full audit with findings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4160520"/>
            <a:ext cx="4069080" cy="77724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4224528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Services: ssh_service.py  ·  audit_service.py  ·  gemini_service.py  ·  database_service.py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1188720"/>
            <a:ext cx="4206240" cy="283464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12618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12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719072"/>
            <a:ext cx="365760" cy="3657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257800" y="17373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table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800600" y="21762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server_ip · audit_date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00600" y="24963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raw_report · severity_counts</a:t>
            </a:r>
            <a:endParaRPr lang="en-US" sz="11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907792"/>
            <a:ext cx="365760" cy="36576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257800" y="292608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table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4800600" y="33649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audit_id (FK) · severity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4800600" y="36850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· explanation · impact · fix_command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4617720" y="4160520"/>
            <a:ext cx="4206240" cy="77724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4270248"/>
            <a:ext cx="365760" cy="36576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257800" y="4224528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Encryption (sslmode=require)  ·  Connection Pool Health Checks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EXECUTION ENGINE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CIS-Aligned Security Checks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069080" cy="667512"/>
          </a:xfrm>
          <a:prstGeom prst="rect">
            <a:avLst/>
          </a:prstGeom>
          <a:solidFill>
            <a:srgbClr val="1A2E42"/>
          </a:solidFill>
          <a:ln/>
          <a:effectLst>
            <a:outerShdw blurRad="508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93192" y="1399032"/>
            <a:ext cx="347472" cy="347472"/>
          </a:xfrm>
          <a:prstGeom prst="line">
            <a:avLst/>
          </a:prstGeom>
          <a:solidFill>
            <a:srgbClr val="3D1515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1399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280160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Root Login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5819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root login via SSH disabled?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993392"/>
            <a:ext cx="4069080" cy="667512"/>
          </a:xfrm>
          <a:prstGeom prst="rect">
            <a:avLst/>
          </a:prstGeom>
          <a:solidFill>
            <a:srgbClr val="1A2E42"/>
          </a:solidFill>
          <a:ln/>
          <a:effectLst>
            <a:outerShdw blurRad="508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93192" y="2157984"/>
            <a:ext cx="347472" cy="347472"/>
          </a:xfrm>
          <a:prstGeom prst="line">
            <a:avLst/>
          </a:prstGeom>
          <a:solidFill>
            <a:srgbClr val="3D2810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039112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Protocol Config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34086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secure SSH configuration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752344"/>
            <a:ext cx="4069080" cy="667512"/>
          </a:xfrm>
          <a:prstGeom prst="rect">
            <a:avLst/>
          </a:prstGeom>
          <a:solidFill>
            <a:srgbClr val="1A2E42"/>
          </a:solidFill>
          <a:ln/>
          <a:effectLst>
            <a:outerShdw blurRad="508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93192" y="2916936"/>
            <a:ext cx="347472" cy="347472"/>
          </a:xfrm>
          <a:prstGeom prst="line">
            <a:avLst/>
          </a:prstGeom>
          <a:solidFill>
            <a:srgbClr val="3D3510"/>
          </a:solidFill>
          <a:ln/>
        </p:spPr>
      </p:sp>
      <p:sp>
        <p:nvSpPr>
          <p:cNvPr id="16" name="Text 14"/>
          <p:cNvSpPr/>
          <p:nvPr/>
        </p:nvSpPr>
        <p:spPr>
          <a:xfrm>
            <a:off x="393192" y="2916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2798064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Aging Policy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09981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periodic password rotation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511296"/>
            <a:ext cx="4069080" cy="667512"/>
          </a:xfrm>
          <a:prstGeom prst="rect">
            <a:avLst/>
          </a:prstGeom>
          <a:solidFill>
            <a:srgbClr val="1A2E42"/>
          </a:solidFill>
          <a:ln/>
          <a:effectLst>
            <a:outerShdw blurRad="508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93192" y="3675888"/>
            <a:ext cx="347472" cy="347472"/>
          </a:xfrm>
          <a:prstGeom prst="line">
            <a:avLst/>
          </a:prstGeom>
          <a:solidFill>
            <a:srgbClr val="3D3510"/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" y="3675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3557016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Hashing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38587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SHA-512 hashing for stored passwords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4270248"/>
            <a:ext cx="4069080" cy="667512"/>
          </a:xfrm>
          <a:prstGeom prst="rect">
            <a:avLst/>
          </a:prstGeom>
          <a:solidFill>
            <a:srgbClr val="1A2E42"/>
          </a:solidFill>
          <a:ln/>
          <a:effectLst>
            <a:outerShdw blurRad="508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93192" y="4434840"/>
            <a:ext cx="347472" cy="347472"/>
          </a:xfrm>
          <a:prstGeom prst="line">
            <a:avLst/>
          </a:prstGeom>
          <a:solidFill>
            <a:srgbClr val="3D2810"/>
          </a:solidFill>
          <a:ln/>
        </p:spPr>
      </p:sp>
      <p:sp>
        <p:nvSpPr>
          <p:cNvPr id="26" name="Text 24"/>
          <p:cNvSpPr/>
          <p:nvPr/>
        </p:nvSpPr>
        <p:spPr>
          <a:xfrm>
            <a:off x="393192" y="4434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" y="4315968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 Firewall Status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46177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firewall active?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1234440"/>
            <a:ext cx="4069080" cy="667512"/>
          </a:xfrm>
          <a:prstGeom prst="rect">
            <a:avLst/>
          </a:prstGeom>
          <a:solidFill>
            <a:srgbClr val="1A2E42"/>
          </a:solidFill>
          <a:ln/>
          <a:effectLst>
            <a:outerShdw blurRad="508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36592" y="1399032"/>
            <a:ext cx="347472" cy="347472"/>
          </a:xfrm>
          <a:prstGeom prst="line">
            <a:avLst/>
          </a:prstGeom>
          <a:solidFill>
            <a:srgbClr val="3D3510"/>
          </a:solidFill>
          <a:ln/>
        </p:spPr>
      </p:sp>
      <p:sp>
        <p:nvSpPr>
          <p:cNvPr id="31" name="Text 29"/>
          <p:cNvSpPr/>
          <p:nvPr/>
        </p:nvSpPr>
        <p:spPr>
          <a:xfrm>
            <a:off x="4736592" y="1399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166360" y="1280160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Sudoers File Config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66360" y="15819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sudo requires password authentication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1993392"/>
            <a:ext cx="4069080" cy="667512"/>
          </a:xfrm>
          <a:prstGeom prst="rect">
            <a:avLst/>
          </a:prstGeom>
          <a:solidFill>
            <a:srgbClr val="1A2E42"/>
          </a:solidFill>
          <a:ln/>
          <a:effectLst>
            <a:outerShdw blurRad="508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36592" y="2157984"/>
            <a:ext cx="347472" cy="347472"/>
          </a:xfrm>
          <a:prstGeom prst="line">
            <a:avLst/>
          </a:prstGeom>
          <a:solidFill>
            <a:srgbClr val="3D2810"/>
          </a:solidFill>
          <a:ln/>
        </p:spPr>
      </p:sp>
      <p:sp>
        <p:nvSpPr>
          <p:cNvPr id="36" name="Text 34"/>
          <p:cNvSpPr/>
          <p:nvPr/>
        </p:nvSpPr>
        <p:spPr>
          <a:xfrm>
            <a:off x="4736592" y="21579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66360" y="2039112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Ports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66360" y="234086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open ports detection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663440" y="2752344"/>
            <a:ext cx="4069080" cy="667512"/>
          </a:xfrm>
          <a:prstGeom prst="rect">
            <a:avLst/>
          </a:prstGeom>
          <a:solidFill>
            <a:srgbClr val="1A2E42"/>
          </a:solidFill>
          <a:ln/>
          <a:effectLst>
            <a:outerShdw blurRad="508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36592" y="2916936"/>
            <a:ext cx="347472" cy="347472"/>
          </a:xfrm>
          <a:prstGeom prst="line">
            <a:avLst/>
          </a:prstGeom>
          <a:solidFill>
            <a:srgbClr val="3D1515"/>
          </a:solidFill>
          <a:ln/>
        </p:spPr>
      </p:sp>
      <p:sp>
        <p:nvSpPr>
          <p:cNvPr id="41" name="Text 39"/>
          <p:cNvSpPr/>
          <p:nvPr/>
        </p:nvSpPr>
        <p:spPr>
          <a:xfrm>
            <a:off x="4736592" y="2916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166360" y="2798064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World-Writable Files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166360" y="309981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writable by anyone on the system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663440" y="3511296"/>
            <a:ext cx="4069080" cy="667512"/>
          </a:xfrm>
          <a:prstGeom prst="rect">
            <a:avLst/>
          </a:prstGeom>
          <a:solidFill>
            <a:srgbClr val="1A2E42"/>
          </a:solidFill>
          <a:ln/>
          <a:effectLst>
            <a:outerShdw blurRad="508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36592" y="3675888"/>
            <a:ext cx="347472" cy="347472"/>
          </a:xfrm>
          <a:prstGeom prst="line">
            <a:avLst/>
          </a:prstGeom>
          <a:solidFill>
            <a:srgbClr val="3D2810"/>
          </a:solidFill>
          <a:ln/>
        </p:spPr>
      </p:sp>
      <p:sp>
        <p:nvSpPr>
          <p:cNvPr id="46" name="Text 44"/>
          <p:cNvSpPr/>
          <p:nvPr/>
        </p:nvSpPr>
        <p:spPr>
          <a:xfrm>
            <a:off x="4736592" y="3675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166360" y="3557016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No-Owner Files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166360" y="38587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Orphaned files — attacker persistence risk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663440" y="4270248"/>
            <a:ext cx="4069080" cy="667512"/>
          </a:xfrm>
          <a:prstGeom prst="rect">
            <a:avLst/>
          </a:prstGeom>
          <a:solidFill>
            <a:srgbClr val="1A2E42"/>
          </a:solidFill>
          <a:ln/>
          <a:effectLst>
            <a:outerShdw blurRad="508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36592" y="4434840"/>
            <a:ext cx="347472" cy="347472"/>
          </a:xfrm>
          <a:prstGeom prst="line">
            <a:avLst/>
          </a:prstGeom>
          <a:solidFill>
            <a:srgbClr val="103D2E"/>
          </a:solidFill>
          <a:ln/>
        </p:spPr>
      </p:sp>
      <p:sp>
        <p:nvSpPr>
          <p:cNvPr id="51" name="Text 49"/>
          <p:cNvSpPr/>
          <p:nvPr/>
        </p:nvSpPr>
        <p:spPr>
          <a:xfrm>
            <a:off x="4736592" y="4434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166360" y="4315968"/>
            <a:ext cx="3429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File Perms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166360" y="46177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/etc/shadow properly restricted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Gemini AI Core</a:t>
            </a:r>
            <a:endParaRPr lang="en-US" sz="2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430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2070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gemini-2.0-flash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051560" y="153619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an expert security auditor — reads raw SSH logs and returns structured findings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20040" y="1965960"/>
            <a:ext cx="4069080" cy="274320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57200" y="203911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2404872"/>
            <a:ext cx="37947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"findings": [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"severity": "CRITICAL",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"issue": "SSH Root Login",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"explanation": "...",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"impact": "...",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"fix_command": "sed -i..."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}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17720" y="1965960"/>
            <a:ext cx="4206240" cy="274320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54880" y="20391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RESILIENCE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2487168"/>
            <a:ext cx="384048" cy="384048"/>
          </a:xfrm>
          <a:prstGeom prst="line">
            <a:avLst/>
          </a:prstGeom>
          <a:solidFill>
            <a:srgbClr val="0077A8"/>
          </a:solidFill>
          <a:ln/>
        </p:spPr>
      </p:sp>
      <p:sp>
        <p:nvSpPr>
          <p:cNvPr id="13" name="Text 10"/>
          <p:cNvSpPr/>
          <p:nvPr/>
        </p:nvSpPr>
        <p:spPr>
          <a:xfrm>
            <a:off x="475488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257800" y="248716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Pre-validation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257800" y="27432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exceeding token limit are trimmed before API call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54880" y="3264408"/>
            <a:ext cx="384048" cy="384048"/>
          </a:xfrm>
          <a:prstGeom prst="line">
            <a:avLst/>
          </a:prstGeom>
          <a:solidFill>
            <a:srgbClr val="0077A8"/>
          </a:solidFill>
          <a:ln/>
        </p:spPr>
      </p:sp>
      <p:sp>
        <p:nvSpPr>
          <p:cNvPr id="17" name="Text 14"/>
          <p:cNvSpPr/>
          <p:nvPr/>
        </p:nvSpPr>
        <p:spPr>
          <a:xfrm>
            <a:off x="475488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257800" y="32644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257800" y="35204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429 triggers up to 5 retries: 1s → 2s → 4s → 8s → 16s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54880" y="4041648"/>
            <a:ext cx="384048" cy="384048"/>
          </a:xfrm>
          <a:prstGeom prst="line">
            <a:avLst/>
          </a:prstGeom>
          <a:solidFill>
            <a:srgbClr val="0077A8"/>
          </a:solidFill>
          <a:ln/>
        </p:spPr>
      </p:sp>
      <p:sp>
        <p:nvSpPr>
          <p:cNvPr id="21" name="Text 18"/>
          <p:cNvSpPr/>
          <p:nvPr/>
        </p:nvSpPr>
        <p:spPr>
          <a:xfrm>
            <a:off x="4754880" y="4041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257800" y="40416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Fallback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257800" y="42976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AI fails, local regex scans logs for known patterns (e.g. PermitRootLogin yes)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20040" y="4828032"/>
            <a:ext cx="8503920" cy="22860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914400" y="4846320"/>
            <a:ext cx="502920" cy="16459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6" name="Text 23"/>
          <p:cNvSpPr/>
          <p:nvPr/>
        </p:nvSpPr>
        <p:spPr>
          <a:xfrm>
            <a:off x="1481328" y="48463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880360" y="4846320"/>
            <a:ext cx="502920" cy="16459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8" name="Text 25"/>
          <p:cNvSpPr/>
          <p:nvPr/>
        </p:nvSpPr>
        <p:spPr>
          <a:xfrm>
            <a:off x="3447288" y="48463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846320" y="4846320"/>
            <a:ext cx="502920" cy="16459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0" name="Text 27"/>
          <p:cNvSpPr/>
          <p:nvPr/>
        </p:nvSpPr>
        <p:spPr>
          <a:xfrm>
            <a:off x="5413248" y="48463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812280" y="4846320"/>
            <a:ext cx="502920" cy="1645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2" name="Text 29"/>
          <p:cNvSpPr/>
          <p:nvPr/>
        </p:nvSpPr>
        <p:spPr>
          <a:xfrm>
            <a:off x="7379208" y="48463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Two Cloud Platforms?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743200" cy="329184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2743200" cy="685800"/>
          </a:xfrm>
          <a:prstGeom prst="rect">
            <a:avLst/>
          </a:prstGeom>
          <a:solidFill>
            <a:srgbClr val="0077A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4416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3258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05840" y="16642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029968"/>
            <a:ext cx="2514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CDN — serves React from edge nodes worldwide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Auto-deploys on every GitHub push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sufficient for static frontend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46120" y="1234440"/>
            <a:ext cx="2743200" cy="329184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1234440"/>
            <a:ext cx="2743200" cy="685800"/>
          </a:xfrm>
          <a:prstGeom prst="rect">
            <a:avLst/>
          </a:prstGeom>
          <a:solidFill>
            <a:srgbClr val="006B8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34416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31920" y="13258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931920" y="16642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383280" y="2029968"/>
            <a:ext cx="2514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request timeout — audits can take 15-45 seconds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process — keeps SSH connections alive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Auto-restart + pull on GitHub push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72200" y="1234440"/>
            <a:ext cx="2743200" cy="329184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72200" y="1234440"/>
            <a:ext cx="2743200" cy="685800"/>
          </a:xfrm>
          <a:prstGeom prst="rect">
            <a:avLst/>
          </a:prstGeom>
          <a:solidFill>
            <a:srgbClr val="005C7A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344168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58000" y="13258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Neon.tech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6858000" y="16642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309360" y="2029968"/>
            <a:ext cx="2514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PostgreSQL — scales to zero when idle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from compute — no bottlenecks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0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with SSL encryption built-in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736592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68680" y="4681728"/>
            <a:ext cx="7818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Push to GitHub main → Vercel rebuilds frontend + Render restarts backend automatically — zero manual steps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91754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Walkthrough — Docker Compose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8503920" cy="96012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8448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12618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Docker Containers: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017520" y="1325880"/>
            <a:ext cx="1325880" cy="640080"/>
          </a:xfrm>
          <a:prstGeom prst="rect">
            <a:avLst/>
          </a:prstGeom>
          <a:solidFill>
            <a:srgbClr val="0077A8"/>
          </a:solidFill>
          <a:ln/>
          <a:effectLst>
            <a:outerShdw blurRad="508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017520" y="1344168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434840" y="1325880"/>
            <a:ext cx="1325880" cy="640080"/>
          </a:xfrm>
          <a:prstGeom prst="rect">
            <a:avLst/>
          </a:prstGeom>
          <a:solidFill>
            <a:srgbClr val="0077A8"/>
          </a:solidFill>
          <a:ln/>
          <a:effectLst>
            <a:outerShdw blurRad="508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434840" y="1344168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1325880"/>
            <a:ext cx="1325880" cy="640080"/>
          </a:xfrm>
          <a:prstGeom prst="rect">
            <a:avLst/>
          </a:prstGeom>
          <a:solidFill>
            <a:srgbClr val="0077A8"/>
          </a:solidFill>
          <a:ln/>
          <a:effectLst>
            <a:outerShdw blurRad="508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52160" y="1344168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269480" y="1325880"/>
            <a:ext cx="1325880" cy="640080"/>
          </a:xfrm>
          <a:prstGeom prst="rect">
            <a:avLst/>
          </a:prstGeom>
          <a:solidFill>
            <a:srgbClr val="0077A8"/>
          </a:solidFill>
          <a:ln/>
          <a:effectLst>
            <a:outerShdw blurRad="508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269480" y="1344168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Audit Target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0040" y="2304288"/>
            <a:ext cx="2743200" cy="118872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2441448"/>
            <a:ext cx="384048" cy="384048"/>
          </a:xfrm>
          <a:prstGeom prst="line">
            <a:avLst/>
          </a:prstGeom>
          <a:solidFill>
            <a:srgbClr val="0077A8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441448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371600" y="244144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Dashboard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57200" y="29260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http://localhost:3000 — login page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246120" y="2304288"/>
            <a:ext cx="2743200" cy="118872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383280" y="2441448"/>
            <a:ext cx="384048" cy="384048"/>
          </a:xfrm>
          <a:prstGeom prst="line">
            <a:avLst/>
          </a:prstGeom>
          <a:solidFill>
            <a:srgbClr val="0077A8"/>
          </a:solidFill>
          <a:ln/>
        </p:spPr>
      </p:sp>
      <p:sp>
        <p:nvSpPr>
          <p:cNvPr id="23" name="Text 19"/>
          <p:cNvSpPr/>
          <p:nvPr/>
        </p:nvSpPr>
        <p:spPr>
          <a:xfrm>
            <a:off x="338328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2441448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297680" y="244144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Credentials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3383280" y="29260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Host: audit-target | Port: 2222 | User: auditor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172200" y="2304288"/>
            <a:ext cx="2743200" cy="118872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309360" y="2441448"/>
            <a:ext cx="384048" cy="384048"/>
          </a:xfrm>
          <a:prstGeom prst="line">
            <a:avLst/>
          </a:prstGeom>
          <a:solidFill>
            <a:srgbClr val="0077A8"/>
          </a:solidFill>
          <a:ln/>
        </p:spPr>
      </p:sp>
      <p:sp>
        <p:nvSpPr>
          <p:cNvPr id="29" name="Text 24"/>
          <p:cNvSpPr/>
          <p:nvPr/>
        </p:nvSpPr>
        <p:spPr>
          <a:xfrm>
            <a:off x="630936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2441448"/>
            <a:ext cx="365760" cy="36576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223760" y="244144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Audit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6309360" y="29260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'Run Security Scan' — loading spinner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320040" y="3694176"/>
            <a:ext cx="2743200" cy="118872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57200" y="3831336"/>
            <a:ext cx="384048" cy="384048"/>
          </a:xfrm>
          <a:prstGeom prst="line">
            <a:avLst/>
          </a:prstGeom>
          <a:solidFill>
            <a:srgbClr val="0077A8"/>
          </a:solidFill>
          <a:ln/>
        </p:spPr>
      </p:sp>
      <p:sp>
        <p:nvSpPr>
          <p:cNvPr id="35" name="Text 29"/>
          <p:cNvSpPr/>
          <p:nvPr/>
        </p:nvSpPr>
        <p:spPr>
          <a:xfrm>
            <a:off x="45720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831336"/>
            <a:ext cx="365760" cy="36576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1371600" y="383133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&lt; 10 sec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457200" y="431596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Root Login · High: UFW Off · Medium: Password Policy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3246120" y="3694176"/>
            <a:ext cx="2743200" cy="118872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3383280" y="3831336"/>
            <a:ext cx="384048" cy="384048"/>
          </a:xfrm>
          <a:prstGeom prst="line">
            <a:avLst/>
          </a:prstGeom>
          <a:solidFill>
            <a:srgbClr val="0077A8"/>
          </a:solidFill>
          <a:ln/>
        </p:spPr>
      </p:sp>
      <p:sp>
        <p:nvSpPr>
          <p:cNvPr id="41" name="Text 34"/>
          <p:cNvSpPr/>
          <p:nvPr/>
        </p:nvSpPr>
        <p:spPr>
          <a:xfrm>
            <a:off x="338328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0" y="3831336"/>
            <a:ext cx="365760" cy="36576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4297680" y="383133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Fix Commands</a:t>
            </a:r>
            <a:endParaRPr lang="en-US" sz="1300" dirty="0"/>
          </a:p>
        </p:txBody>
      </p:sp>
      <p:sp>
        <p:nvSpPr>
          <p:cNvPr id="44" name="Text 36"/>
          <p:cNvSpPr/>
          <p:nvPr/>
        </p:nvSpPr>
        <p:spPr>
          <a:xfrm>
            <a:off x="3383280" y="431596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sed command to disable PermitRootLogin</a:t>
            </a:r>
            <a:endParaRPr lang="en-US" sz="1100" dirty="0"/>
          </a:p>
        </p:txBody>
      </p:sp>
      <p:sp>
        <p:nvSpPr>
          <p:cNvPr id="45" name="Shape 37"/>
          <p:cNvSpPr/>
          <p:nvPr/>
        </p:nvSpPr>
        <p:spPr>
          <a:xfrm>
            <a:off x="6172200" y="3694176"/>
            <a:ext cx="2743200" cy="118872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6309360" y="3831336"/>
            <a:ext cx="384048" cy="384048"/>
          </a:xfrm>
          <a:prstGeom prst="line">
            <a:avLst/>
          </a:prstGeom>
          <a:solidFill>
            <a:srgbClr val="0077A8"/>
          </a:solidFill>
          <a:ln/>
        </p:spPr>
      </p:sp>
      <p:sp>
        <p:nvSpPr>
          <p:cNvPr id="47" name="Text 39"/>
          <p:cNvSpPr/>
          <p:nvPr/>
        </p:nvSpPr>
        <p:spPr>
          <a:xfrm>
            <a:off x="630936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6560" y="3831336"/>
            <a:ext cx="365760" cy="365760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7223760" y="383133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Engine</a:t>
            </a:r>
            <a:endParaRPr lang="en-US" sz="1300" dirty="0"/>
          </a:p>
        </p:txBody>
      </p:sp>
      <p:sp>
        <p:nvSpPr>
          <p:cNvPr id="50" name="Text 41"/>
          <p:cNvSpPr/>
          <p:nvPr/>
        </p:nvSpPr>
        <p:spPr>
          <a:xfrm>
            <a:off x="6309360" y="4315968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fix → re-scan → resolved issues move to 'Resolved'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ASSURANCE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Testing with Pytest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1965960" cy="100584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28016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1234440"/>
            <a:ext cx="1965960" cy="100584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128016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10s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6888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Runtime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1234440"/>
            <a:ext cx="1965960" cy="100584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128016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1772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1234440"/>
            <a:ext cx="1965960" cy="100584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28016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66560" y="17830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SSH Calls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423160"/>
            <a:ext cx="8503920" cy="54864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23744"/>
            <a:ext cx="347472" cy="347472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960120" y="2487168"/>
            <a:ext cx="822960" cy="2926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248716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901952" y="248716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Login Enabled</a:t>
            </a:r>
            <a:endParaRPr lang="en-US" sz="13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2523744"/>
            <a:ext cx="292608" cy="29260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669280" y="24871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Flagged as CRITICAL severity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320040" y="3044952"/>
            <a:ext cx="8503920" cy="54864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145536"/>
            <a:ext cx="347472" cy="347472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960120" y="3108960"/>
            <a:ext cx="822960" cy="2926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6" name="Text 21"/>
          <p:cNvSpPr/>
          <p:nvPr/>
        </p:nvSpPr>
        <p:spPr>
          <a:xfrm>
            <a:off x="960120" y="31089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1901952" y="31089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 Firewall Inactive</a:t>
            </a:r>
            <a:endParaRPr lang="en-US" sz="13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3145536"/>
            <a:ext cx="292608" cy="29260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669280" y="31089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Flagged as HIGH severity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320040" y="3666744"/>
            <a:ext cx="8503920" cy="54864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767328"/>
            <a:ext cx="347472" cy="34747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960120" y="3730752"/>
            <a:ext cx="822960" cy="2926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3" name="Text 26"/>
          <p:cNvSpPr/>
          <p:nvPr/>
        </p:nvSpPr>
        <p:spPr>
          <a:xfrm>
            <a:off x="960120" y="373075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1901952" y="373075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OS Version</a:t>
            </a:r>
            <a:endParaRPr lang="en-US" sz="130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3767328"/>
            <a:ext cx="292608" cy="292608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669280" y="37307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Warning finding generated</a:t>
            </a:r>
            <a:endParaRPr lang="en-US" sz="1200" dirty="0"/>
          </a:p>
        </p:txBody>
      </p:sp>
      <p:sp>
        <p:nvSpPr>
          <p:cNvPr id="37" name="Shape 29"/>
          <p:cNvSpPr/>
          <p:nvPr/>
        </p:nvSpPr>
        <p:spPr>
          <a:xfrm>
            <a:off x="320040" y="4288536"/>
            <a:ext cx="8503920" cy="548640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389120"/>
            <a:ext cx="347472" cy="347472"/>
          </a:xfrm>
          <a:prstGeom prst="rect">
            <a:avLst/>
          </a:prstGeom>
        </p:spPr>
      </p:pic>
      <p:sp>
        <p:nvSpPr>
          <p:cNvPr id="39" name="Shape 30"/>
          <p:cNvSpPr/>
          <p:nvPr/>
        </p:nvSpPr>
        <p:spPr>
          <a:xfrm>
            <a:off x="960120" y="4352544"/>
            <a:ext cx="822960" cy="292608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40" name="Text 31"/>
          <p:cNvSpPr/>
          <p:nvPr/>
        </p:nvSpPr>
        <p:spPr>
          <a:xfrm>
            <a:off x="960120" y="435254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000" dirty="0"/>
          </a:p>
        </p:txBody>
      </p:sp>
      <p:sp>
        <p:nvSpPr>
          <p:cNvPr id="41" name="Text 32"/>
          <p:cNvSpPr/>
          <p:nvPr/>
        </p:nvSpPr>
        <p:spPr>
          <a:xfrm>
            <a:off x="1901952" y="43525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SSH Credentials</a:t>
            </a:r>
            <a:endParaRPr lang="en-US" sz="1300" dirty="0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4389120"/>
            <a:ext cx="292608" cy="292608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669280" y="435254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Returns SSH_AUTHENTICATION_FAILED</a:t>
            </a:r>
            <a:endParaRPr lang="en-US" sz="1200" dirty="0"/>
          </a:p>
        </p:txBody>
      </p:sp>
      <p:sp>
        <p:nvSpPr>
          <p:cNvPr id="44" name="Shape 34"/>
          <p:cNvSpPr/>
          <p:nvPr/>
        </p:nvSpPr>
        <p:spPr>
          <a:xfrm>
            <a:off x="320040" y="4956048"/>
            <a:ext cx="8503920" cy="73152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Text 35"/>
          <p:cNvSpPr/>
          <p:nvPr/>
        </p:nvSpPr>
        <p:spPr>
          <a:xfrm>
            <a:off x="457200" y="4956048"/>
            <a:ext cx="8321040" cy="73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pytest-mock simulates SSH connections and Gemini API responses — no live server required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AUDIT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AI-Generated Security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8503920" cy="1170432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1051560" cy="117043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234440"/>
            <a:ext cx="1051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81328" y="1325880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Root Login Enabled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81328" y="1645920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PermitRootLogin is set to 'yes' in /etc/ssh/sshd_config, allowing direct root authentication.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81328" y="1874520"/>
            <a:ext cx="7178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Full system compromise with a single credential breach. No audit trail for root actions.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514600"/>
            <a:ext cx="8503920" cy="1170432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3" name="Shape 11"/>
          <p:cNvSpPr/>
          <p:nvPr/>
        </p:nvSpPr>
        <p:spPr>
          <a:xfrm>
            <a:off x="320040" y="2514600"/>
            <a:ext cx="1051560" cy="1170432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514600"/>
            <a:ext cx="1051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81328" y="2606040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UFW Firewall Disabled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81328" y="2926080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Uncomplicated Firewall (UFW) reports 'inactive' — no packet filtering is in place.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81328" y="3154680"/>
            <a:ext cx="7178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All network ports are exposed. Attackers can probe and connect to any listening service.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794760"/>
            <a:ext cx="8503920" cy="1170432"/>
          </a:xfrm>
          <a:prstGeom prst="rect">
            <a:avLst/>
          </a:prstGeom>
          <a:solidFill>
            <a:srgbClr val="1A2E42"/>
          </a:solidFill>
          <a:ln w="6350">
            <a:solidFill>
              <a:srgbClr val="0077A8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794760"/>
            <a:ext cx="1051560" cy="117043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794760"/>
            <a:ext cx="10515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81328" y="3886200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Password Aging Policy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81328" y="4206240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DD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PASS_MAX_DAYS is set to 99999 in /etc/login.defs, meaning passwords never expire.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81328" y="4434840"/>
            <a:ext cx="7178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Compromised credentials remain valid indefinitely, extending attacker access window.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A2E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771902"/>
            <a:ext cx="9144000" cy="1482270"/>
          </a:xfrm>
          <a:prstGeom prst="rect">
            <a:avLst/>
          </a:prstGeom>
          <a:solidFill>
            <a:srgbClr val="1A2E42"/>
          </a:solidFill>
          <a:ln/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Team Name : Tech Coders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Team Members Name: Kamal Sandeep A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                                          </a:t>
            </a:r>
            <a:r>
              <a:rPr lang="en-IN" dirty="0" err="1">
                <a:solidFill>
                  <a:schemeClr val="bg1"/>
                </a:solidFill>
              </a:rPr>
              <a:t>Nacshatra</a:t>
            </a:r>
            <a:r>
              <a:rPr lang="en-IN" dirty="0">
                <a:solidFill>
                  <a:schemeClr val="bg1"/>
                </a:solidFill>
              </a:rPr>
              <a:t> M</a:t>
            </a:r>
            <a:br>
              <a:rPr lang="en-IN" dirty="0">
                <a:solidFill>
                  <a:schemeClr val="bg1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                                          Kanimozhi S</a:t>
            </a:r>
          </a:p>
          <a:p>
            <a:r>
              <a:rPr lang="en-IN" dirty="0">
                <a:solidFill>
                  <a:schemeClr val="bg1"/>
                </a:solidFill>
              </a:rPr>
              <a:t>                                           Aathika V S</a:t>
            </a:r>
            <a:br>
              <a:rPr lang="en-IN" dirty="0"/>
            </a:br>
            <a:endParaRPr lang="en-IN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41732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457200" y="321868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2468880" y="41148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468880" y="4434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617720" y="41148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617720" y="4434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766560" y="41148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766560" y="44348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linux-security-auditor.vercel.app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1252</Words>
  <Application>Microsoft Office PowerPoint</Application>
  <PresentationFormat>On-screen Show (16:9)</PresentationFormat>
  <Paragraphs>275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Linux Hardening Assistant</dc:title>
  <dc:subject>PptxGenJS Presentation</dc:subject>
  <dc:creator>PptxGenJS</dc:creator>
  <cp:lastModifiedBy>aathika v s</cp:lastModifiedBy>
  <cp:revision>4</cp:revision>
  <dcterms:created xsi:type="dcterms:W3CDTF">2026-06-12T14:08:02Z</dcterms:created>
  <dcterms:modified xsi:type="dcterms:W3CDTF">2026-06-13T06:17:10Z</dcterms:modified>
</cp:coreProperties>
</file>